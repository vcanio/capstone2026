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675c0b66a9487a" /><Relationship Type="http://schemas.openxmlformats.org/officeDocument/2006/relationships/extended-properties" Target="/docProps/app.xml" Id="R55d3abc65f694900" /><Relationship Type="http://schemas.openxmlformats.org/officeDocument/2006/relationships/officeDocument" Target="/ppt/presentation.xml" Id="R770b80a040d540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b3436a899b4da3"/>
  </p:sldMasterIdLst>
  <p:notesMasterIdLst>
    <p:notesMasterId xmlns:r="http://schemas.openxmlformats.org/officeDocument/2006/relationships" r:id="Rd0dc6ccbf74a4363"/>
  </p:notesMasterIdLst>
  <p:sldIdLst>
    <p:sldId xmlns:r="http://schemas.openxmlformats.org/officeDocument/2006/relationships" id="256" r:id="R8c8ccdacf9c74e41"/>
    <p:sldId xmlns:r="http://schemas.openxmlformats.org/officeDocument/2006/relationships" id="257" r:id="R26737f824f414175"/>
    <p:sldId xmlns:r="http://schemas.openxmlformats.org/officeDocument/2006/relationships" id="258" r:id="R5919dd17c06a4f3e"/>
    <p:sldId xmlns:r="http://schemas.openxmlformats.org/officeDocument/2006/relationships" id="259" r:id="R4150724dc54f40ab"/>
    <p:sldId xmlns:r="http://schemas.openxmlformats.org/officeDocument/2006/relationships" id="260" r:id="Rd9b48d0e6b3a4c4a"/>
    <p:sldId xmlns:r="http://schemas.openxmlformats.org/officeDocument/2006/relationships" id="261" r:id="R8e7d3c8509cc4101"/>
    <p:sldId xmlns:r="http://schemas.openxmlformats.org/officeDocument/2006/relationships" id="262" r:id="Rd885ded8c27b4b3e"/>
    <p:sldId xmlns:r="http://schemas.openxmlformats.org/officeDocument/2006/relationships" id="263" r:id="R410568d168c74d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3398375a8d477e" /><Relationship Type="http://schemas.openxmlformats.org/officeDocument/2006/relationships/slideMaster" Target="/ppt/slideMasters/slideMaster1.xml" Id="Rbbb3436a899b4da3" /><Relationship Type="http://schemas.openxmlformats.org/officeDocument/2006/relationships/notesMaster" Target="/ppt/notesMasters/notesMaster1.xml" Id="Rd0dc6ccbf74a4363" /><Relationship Type="http://schemas.openxmlformats.org/officeDocument/2006/relationships/presProps" Target="/ppt/presProps.xml" Id="R92cf8ae433f84809" /><Relationship Type="http://schemas.openxmlformats.org/officeDocument/2006/relationships/tableStyles" Target="/ppt/tableStyles.xml" Id="R6cfa252491054791" /><Relationship Type="http://schemas.openxmlformats.org/officeDocument/2006/relationships/slide" Target="/ppt/slides/slide1.xml" Id="R8c8ccdacf9c74e41" /><Relationship Type="http://schemas.openxmlformats.org/officeDocument/2006/relationships/slide" Target="/ppt/slides/slide2.xml" Id="R26737f824f414175" /><Relationship Type="http://schemas.openxmlformats.org/officeDocument/2006/relationships/slide" Target="/ppt/slides/slide3.xml" Id="R5919dd17c06a4f3e" /><Relationship Type="http://schemas.openxmlformats.org/officeDocument/2006/relationships/slide" Target="/ppt/slides/slide4.xml" Id="R4150724dc54f40ab" /><Relationship Type="http://schemas.openxmlformats.org/officeDocument/2006/relationships/slide" Target="/ppt/slides/slide5.xml" Id="Rd9b48d0e6b3a4c4a" /><Relationship Type="http://schemas.openxmlformats.org/officeDocument/2006/relationships/slide" Target="/ppt/slides/slide6.xml" Id="R8e7d3c8509cc4101" /><Relationship Type="http://schemas.openxmlformats.org/officeDocument/2006/relationships/slide" Target="/ppt/slides/slide7.xml" Id="Rd885ded8c27b4b3e" /><Relationship Type="http://schemas.openxmlformats.org/officeDocument/2006/relationships/slide" Target="/ppt/slides/slide8.xml" Id="R410568d168c74d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10d754cea04b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bbb0134c7c42ff" /><Relationship Type="http://schemas.openxmlformats.org/officeDocument/2006/relationships/notesMaster" Target="/ppt/notesMasters/notesMaster1.xml" Id="Rf00239fa9f4847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abb9d6f41f4dc6" /><Relationship Type="http://schemas.openxmlformats.org/officeDocument/2006/relationships/notesMaster" Target="/ppt/notesMasters/notesMaster1.xml" Id="R1327adcf60cc4a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ef84ce62004ce9" /><Relationship Type="http://schemas.openxmlformats.org/officeDocument/2006/relationships/notesMaster" Target="/ppt/notesMasters/notesMaster1.xml" Id="Rd418f0467de74d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a0b1e4ab0b4a13" /><Relationship Type="http://schemas.openxmlformats.org/officeDocument/2006/relationships/notesMaster" Target="/ppt/notesMasters/notesMaster1.xml" Id="R90f20e263a4844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b98cd5fc424965" /><Relationship Type="http://schemas.openxmlformats.org/officeDocument/2006/relationships/notesMaster" Target="/ppt/notesMasters/notesMaster1.xml" Id="Racd96786207846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c59794eab54695" /><Relationship Type="http://schemas.openxmlformats.org/officeDocument/2006/relationships/notesMaster" Target="/ppt/notesMasters/notesMaster1.xml" Id="R7bd251b7e9814d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64345e68284d95" /><Relationship Type="http://schemas.openxmlformats.org/officeDocument/2006/relationships/notesMaster" Target="/ppt/notesMasters/notesMaster1.xml" Id="Ree423089c4b84f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0d7efcf1284cc6" /><Relationship Type="http://schemas.openxmlformats.org/officeDocument/2006/relationships/notesMaster" Target="/ppt/notesMasters/notesMaster1.xml" Id="Rd40ba6bc97be41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documentos aportados de fase 1. Presentacion idea de proyecto.docx y 1.5_GuiaEstudiante_Fase 1_Definicion Proyecto APT.docx. Resume la propuesta inicial, no el estado implementado de fase 2. La auditoría marca pendiente Presentación Proyecto.pptx. No acredita aprobación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documentos aportados de fase 1. Presentacion idea de proyecto.docx y 1.5_GuiaEstudiante_Fase 1_Definicion Proyecto APT.docx. Resume la propuesta inicial, no el estado implementado de fase 2. La auditoría marca pendiente Presentación Proyecto.pptx. No acredita aprobación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documentos aportados de fase 1. Presentacion idea de proyecto.docx y 1.5_GuiaEstudiante_Fase 1_Definicion Proyecto APT.docx. Resume la propuesta inicial, no el estado implementado de fase 2. La auditoría marca pendiente Presentación Proyecto.pptx. No acredita aprobación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documentos aportados de fase 1. Presentacion idea de proyecto.docx y 1.5_GuiaEstudiante_Fase 1_Definicion Proyecto APT.docx. Resume la propuesta inicial, no el estado implementado de fase 2. La auditoría marca pendiente Presentación Proyecto.pptx. No acredita aprobación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documentos aportados de fase 1. Presentacion idea de proyecto.docx y 1.5_GuiaEstudiante_Fase 1_Definicion Proyecto APT.docx. Resume la propuesta inicial, no el estado implementado de fase 2. La auditoría marca pendiente Presentación Proyecto.pptx. No acredita aprobación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documentos aportados de fase 1. Presentacion idea de proyecto.docx y 1.5_GuiaEstudiante_Fase 1_Definicion Proyecto APT.docx. Resume la propuesta inicial, no el estado implementado de fase 2. La auditoría marca pendiente Presentación Proyecto.pptx. No acredita aprobación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documentos aportados de fase 1. Presentacion idea de proyecto.docx y 1.5_GuiaEstudiante_Fase 1_Definicion Proyecto APT.docx. Resume la propuesta inicial, no el estado implementado de fase 2. La auditoría marca pendiente Presentación Proyecto.pptx. No acredita aprobación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documentos aportados de fase 1. Presentacion idea de proyecto.docx y 1.5_GuiaEstudiante_Fase 1_Definicion Proyecto APT.docx. Resume la propuesta inicial, no el estado implementado de fase 2. La auditoría marca pendiente Presentación Proyecto.pptx. No acredita aprobación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0dca4585245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339c6c906642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f499f955245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d1dcbcda645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fa22f20d444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f9768fac44f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9250BE-F9EC-40DB-B2E6-902F51FF4F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B20E2D-69C1-458D-B7ED-447CD5EC4D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940C23-4E5A-4080-AE82-60F5BE8ECE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02FC23-DDCC-4C70-B624-14F8EBBEFE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154E99-23FA-408F-A0C1-75E6A0FB1C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7FF20C-5285-43DD-82AC-92A5BF6B0A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EE5620-3336-42FC-B44C-EE03FFD69C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FAC662-BC8E-48B8-B3C3-79068DBED4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1F5ABD-B240-443C-B901-C1E54C8AA6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131E5A-EBE8-436B-AEC0-EAA0691AEB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d2c08ea29e423c" /><Relationship Type="http://schemas.openxmlformats.org/officeDocument/2006/relationships/slideLayout" Target="/ppt/slideLayouts/slideLayout1.xml" Id="R7ab98eee65f14959" /><Relationship Type="http://schemas.openxmlformats.org/officeDocument/2006/relationships/slideLayout" Target="/ppt/slideLayouts/slideLayout2.xml" Id="R4a491a3c98af493d" /><Relationship Type="http://schemas.openxmlformats.org/officeDocument/2006/relationships/slideLayout" Target="/ppt/slideLayouts/slideLayout3.xml" Id="R4bef7d87afef4825" /><Relationship Type="http://schemas.openxmlformats.org/officeDocument/2006/relationships/slideLayout" Target="/ppt/slideLayouts/slideLayout4.xml" Id="R6be567b93dce4500" /><Relationship Type="http://schemas.openxmlformats.org/officeDocument/2006/relationships/slideLayout" Target="/ppt/slideLayouts/slideLayout5.xml" Id="R8edd80a42ac04bbb" /><Relationship Type="http://schemas.openxmlformats.org/officeDocument/2006/relationships/slideLayout" Target="/ppt/slideLayouts/slideLayout6.xml" Id="Rb4ecaf74014a44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b98eee65f14959"/>
    <p:sldLayoutId xmlns:r="http://schemas.openxmlformats.org/officeDocument/2006/relationships" id="2147483650" r:id="R4a491a3c98af493d"/>
    <p:sldLayoutId xmlns:r="http://schemas.openxmlformats.org/officeDocument/2006/relationships" id="2147483651" r:id="R4bef7d87afef4825"/>
    <p:sldLayoutId xmlns:r="http://schemas.openxmlformats.org/officeDocument/2006/relationships" id="2147483652" r:id="R6be567b93dce4500"/>
    <p:sldLayoutId xmlns:r="http://schemas.openxmlformats.org/officeDocument/2006/relationships" id="2147483653" r:id="R8edd80a42ac04bbb"/>
    <p:sldLayoutId xmlns:r="http://schemas.openxmlformats.org/officeDocument/2006/relationships" id="2147483654" r:id="Rb4ecaf74014a44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644e16bb0c4055" /><Relationship Type="http://schemas.openxmlformats.org/officeDocument/2006/relationships/notesSlide" Target="/ppt/notesSlides/notesSlide1.xml" Id="Rff314754d5bb4a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bd9375f6094ba1" /><Relationship Type="http://schemas.openxmlformats.org/officeDocument/2006/relationships/notesSlide" Target="/ppt/notesSlides/notesSlide2.xml" Id="R6517049f2fa847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5fa25663e7421e" /><Relationship Type="http://schemas.openxmlformats.org/officeDocument/2006/relationships/notesSlide" Target="/ppt/notesSlides/notesSlide3.xml" Id="Raf9e0cce390d43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707ac4746e4985" /><Relationship Type="http://schemas.openxmlformats.org/officeDocument/2006/relationships/notesSlide" Target="/ppt/notesSlides/notesSlide4.xml" Id="Rd0d2b36b57e34c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fe355e794244f8" /><Relationship Type="http://schemas.openxmlformats.org/officeDocument/2006/relationships/notesSlide" Target="/ppt/notesSlides/notesSlide5.xml" Id="R46068d49f09249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7eeea65074378" /><Relationship Type="http://schemas.openxmlformats.org/officeDocument/2006/relationships/notesSlide" Target="/ppt/notesSlides/notesSlide6.xml" Id="R2a70a7bf6dd04c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bdd1a637f24099" /><Relationship Type="http://schemas.openxmlformats.org/officeDocument/2006/relationships/notesSlide" Target="/ppt/notesSlides/notesSlide7.xml" Id="R9888af32438d4c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a297606e894f91" /><Relationship Type="http://schemas.openxmlformats.org/officeDocument/2006/relationships/notesSlide" Target="/ppt/notesSlides/notesSlide8.xml" Id="R70c054e385984c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3B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710DA-5EF9-4D1A-BF7A-EC82750A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Proyecto Walmart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E9252-1E4A-4E79-A987-EF8AFE3C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692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Apoyo a la reposición de góndolas mediante visión por computador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E619C-2DDC-4483-933E-4C6D52A9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29075"/>
            <a:ext cx="1047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EF6"/>
                </a:solidFill>
                <a:latin typeface="Arial"/>
                <a:ea typeface="Arial"/>
                <a:cs typeface="Arial"/>
              </a:rPr>
              <a:t>Vicente Canio · Vicente Vilches · Paulo Guerra</a:t>
            </a:r>
          </a:p>
          <a:p xmlns:a="http://schemas.openxmlformats.org/drawingml/2006/main">
            <a:pPr>
              <a:defRPr sz="18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EF6"/>
                </a:solidFill>
                <a:latin typeface="Arial"/>
                <a:ea typeface="Arial"/>
                <a:cs typeface="Arial"/>
              </a:rPr>
              <a:t>Duoc UC · Ingeniería Informática</a:t>
            </a:r>
          </a:p>
          <a:p xmlns:a="http://schemas.openxmlformats.org/drawingml/2006/main">
            <a:pPr>
              <a:defRPr sz="18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EF6"/>
                </a:solidFill>
                <a:latin typeface="Arial"/>
                <a:ea typeface="Arial"/>
                <a:cs typeface="Arial"/>
              </a:rPr>
              <a:t>Docente guía Arturo Vargas</a:t>
            </a:r>
          </a:p>
          <a:p xmlns:a="http://schemas.openxmlformats.org/drawingml/2006/main">
            <a:pPr>
              <a:defRPr sz="18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EF6"/>
                </a:solidFill>
                <a:latin typeface="Arial"/>
                <a:ea typeface="Arial"/>
                <a:cs typeface="Arial"/>
              </a:rPr>
              <a:t>Fase 1 · Propuesta inicial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7F664-BE24-45B0-B98C-E862C55E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E7EEF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7EEF6"/>
                </a:solidFill>
                <a:latin typeface="Arial"/>
                <a:ea typeface="Arial"/>
                <a:cs typeface="Arial"/>
              </a:rPr>
              <a:t>Fase 1 · Propuesta inicial                                           1 / 8</a:t>
            </a:r>
          </a:p>
        </p:txBody>
      </p:sp>
    </p:spTree>
    <p:extLst>
      <p:ext uri="{BB962C8B-B14F-4D97-AF65-F5344CB8AC3E}">
        <p14:creationId xmlns:p14="http://schemas.microsoft.com/office/powerpoint/2010/main" val="716661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2B4CA-BB64-419B-BE9E-8A2C5876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3B66"/>
                </a:solidFill>
                <a:latin typeface="Arial"/>
                <a:ea typeface="Arial"/>
                <a:cs typeface="Arial"/>
              </a:rPr>
              <a:t>Problema y destinatarios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39CAB-414C-47A0-BC7F-314D40E2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La revisión de góndolas requiere identificar posibles faltantes.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5CC8B-8023-495D-B99E-87DE5CF7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Walmart es el destinatario del prototipo propuesto.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2D5FE-66B2-4A2C-8008-EAF43D1C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El encargado consulta imágenes y resultados por segmento.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D9D25-903E-4441-AEB4-1960520F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La perspectiva y los obstáculos dificultan interpretar una fotografía.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F6FE6-DA4C-4A64-A9C5-A8088A1D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El beneficio esperado es apoyar la revisión de reposición.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2B8E0-9AC1-4FAF-B393-B9497E9F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6"/>
                </a:solidFill>
                <a:latin typeface="Arial"/>
                <a:ea typeface="Arial"/>
                <a:cs typeface="Arial"/>
              </a:rPr>
              <a:t>Fase 1 · Propuesta inicial                                           2 / 8</a:t>
            </a:r>
          </a:p>
        </p:txBody>
      </p:sp>
    </p:spTree>
    <p:extLst>
      <p:ext uri="{BB962C8B-B14F-4D97-AF65-F5344CB8AC3E}">
        <p14:creationId xmlns:p14="http://schemas.microsoft.com/office/powerpoint/2010/main" val="407747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E14E3-58FE-4C40-B020-4A0AD73B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3B66"/>
                </a:solidFill>
                <a:latin typeface="Arial"/>
                <a:ea typeface="Arial"/>
                <a:cs typeface="Arial"/>
              </a:rPr>
              <a:t>Objetivo y alcance inicial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95852-3F3B-4954-80CF-F1860B1F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Desarrollar y evaluar un prototipo para apoyar la revisión de disponibilidad.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5C07E-A2D1-49C7-829E-7201E15F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La fase 1 propone estudiar la estimación de unidades restantes por segmento.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EC2E3-EDA3-43E3-87C0-5B1F86CF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La viabilidad depende de contar con referencias verificables.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30793-8C3E-4BD6-A0CC-8AA6BDDA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Si la imagen no aporta información suficiente, el resultado será indeterminado.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47890-8AAB-4BBA-A3AB-9B71ED74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La propuesta no incluye reconocimiento de marca o SKU.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CD076-E1DA-4710-9F48-F5F400ED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6"/>
                </a:solidFill>
                <a:latin typeface="Arial"/>
                <a:ea typeface="Arial"/>
                <a:cs typeface="Arial"/>
              </a:rPr>
              <a:t>Fase 1 · Propuesta inicial                                           3 / 8</a:t>
            </a:r>
          </a:p>
        </p:txBody>
      </p:sp>
    </p:spTree>
    <p:extLst>
      <p:ext uri="{BB962C8B-B14F-4D97-AF65-F5344CB8AC3E}">
        <p14:creationId xmlns:p14="http://schemas.microsoft.com/office/powerpoint/2010/main" val="4412421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7C5C1-F79D-4BAB-971D-9902685E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3B66"/>
                </a:solidFill>
                <a:latin typeface="Arial"/>
                <a:ea typeface="Arial"/>
                <a:cs typeface="Arial"/>
              </a:rPr>
              <a:t>Flujo propuesto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5C840-2BA2-49AC-9AF6-CC04DE45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Imágenes de entrada, detección de segmentos y consulta de resultados.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D2A7D-3111-4919-A634-AD441DDD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El usuario configura una carpeta de imágenes en Google Colab.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19D0E-F66F-4AE0-AEA3-FB07472C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Durante la ejecución activa, el sistema analiza nuevas imágenes.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6E70D-130A-45D9-ADA4-B6FB3755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La interfaz muestra los segmentos y los resultados disponibles.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EA83F-5B89-4597-9879-D65494D2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Se plantea consultar resultados guardados, alertas e historial.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535E3-C651-486C-940B-0C61F03C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6"/>
                </a:solidFill>
                <a:latin typeface="Arial"/>
                <a:ea typeface="Arial"/>
                <a:cs typeface="Arial"/>
              </a:rPr>
              <a:t>Fase 1 · Propuesta inicial                                           4 / 8</a:t>
            </a:r>
          </a:p>
        </p:txBody>
      </p:sp>
    </p:spTree>
    <p:extLst>
      <p:ext uri="{BB962C8B-B14F-4D97-AF65-F5344CB8AC3E}">
        <p14:creationId xmlns:p14="http://schemas.microsoft.com/office/powerpoint/2010/main" val="1830663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2461F-532A-4A25-A1A3-5B45B134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3B66"/>
                </a:solidFill>
                <a:latin typeface="Arial"/>
                <a:ea typeface="Arial"/>
                <a:cs typeface="Arial"/>
              </a:rPr>
              <a:t>Reglas y límites de la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847F9-B526-4228-BFF3-DB9614C6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La alerta inicial depende de una estimación válida y una referencia de capacidad.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76CA5-AE29-483B-BC1B-A2BF4952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La propuesta plantea alertar al obtener 30 % o menos de unidades restantes.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4DF1F-B02C-449E-8B4B-08920B7E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La capacidad completa y la correspondencia de segmentos requieren validación.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3824D-5965-4BB6-BF4D-A726D2DD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Un resultado indeterminado no equivale a cero unidades.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7AE72-DF7D-4A60-B19F-41F51758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La superficie visible no permite conocer automáticamente la profundidad oculta.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093DC-DCE3-4009-9914-2AC3AEC0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6"/>
                </a:solidFill>
                <a:latin typeface="Arial"/>
                <a:ea typeface="Arial"/>
                <a:cs typeface="Arial"/>
              </a:rPr>
              <a:t>Fase 1 · Propuesta inicial                                           5 / 8</a:t>
            </a:r>
          </a:p>
        </p:txBody>
      </p:sp>
    </p:spTree>
    <p:extLst>
      <p:ext uri="{BB962C8B-B14F-4D97-AF65-F5344CB8AC3E}">
        <p14:creationId xmlns:p14="http://schemas.microsoft.com/office/powerpoint/2010/main" val="19469296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59F3F-DD7E-48A1-9D5F-A6661779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3B66"/>
                </a:solidFill>
                <a:latin typeface="Arial"/>
                <a:ea typeface="Arial"/>
                <a:cs typeface="Arial"/>
              </a:rPr>
              <a:t>Metodología y organización previstas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338F3-6B23-4693-939A-41516431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La planificación inicial propone Scrum y 17 semanas de trabajo.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EB63F-374B-4D51-9B8A-4567C8BA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Vicente Canio: Product Owner propuesto, arquitectura e integración.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86FF8-9E9B-4B58-A938-6A80A6EC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Paulo Guerra: Scrum Master propuesto, requisitos, interfaz, documentación y QA.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62F25-1DBF-4CC4-BDB0-DAED6251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Vicente Vilches: datos, IA y evaluación técnica.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600ED-244A-4AB5-851A-04792B6F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Son responsabilidades planificadas en fase 1, sujetas a ajustes del equipo.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76FEA-2939-41D6-9511-744996E1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6"/>
                </a:solidFill>
                <a:latin typeface="Arial"/>
                <a:ea typeface="Arial"/>
                <a:cs typeface="Arial"/>
              </a:rPr>
              <a:t>Fase 1 · Propuesta inicial                                           6 / 8</a:t>
            </a:r>
          </a:p>
        </p:txBody>
      </p:sp>
    </p:spTree>
    <p:extLst>
      <p:ext uri="{BB962C8B-B14F-4D97-AF65-F5344CB8AC3E}">
        <p14:creationId xmlns:p14="http://schemas.microsoft.com/office/powerpoint/2010/main" val="846280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AEB29-AABB-4C80-BEB1-E63B198A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3B66"/>
                </a:solidFill>
                <a:latin typeface="Arial"/>
                <a:ea typeface="Arial"/>
                <a:cs typeface="Arial"/>
              </a:rPr>
              <a:t>Plan y evidencias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875FF-1A6E-42B4-B3D3-369C6F79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El desarrollo se organiza desde la definición hasta las pruebas y el cierre.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2B8BF-F320-494B-BFC6-BBC48C98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Definición y diseño de requisitos y solución.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748FF-6513-4845-8EF5-1E6D29CC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Preparación de datos y piloto del modelo con evaluación separada.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AE7F1-766F-438A-A7B6-FCE8C923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Integración del prototipo e interfaz.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A5C13-E6A2-4F46-ABF3-7AA9E97E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Pruebas, informe, manuales y presentación.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96E25-58A8-4BD5-B124-E4DE116D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6"/>
                </a:solidFill>
                <a:latin typeface="Arial"/>
                <a:ea typeface="Arial"/>
                <a:cs typeface="Arial"/>
              </a:rPr>
              <a:t>Fase 1 · Propuesta inicial                                           7 / 8</a:t>
            </a:r>
          </a:p>
        </p:txBody>
      </p:sp>
    </p:spTree>
    <p:extLst>
      <p:ext uri="{BB962C8B-B14F-4D97-AF65-F5344CB8AC3E}">
        <p14:creationId xmlns:p14="http://schemas.microsoft.com/office/powerpoint/2010/main" val="14881552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33E71-3456-4C14-8DF4-729DD2A0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83B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3B66"/>
                </a:solidFill>
                <a:latin typeface="Arial"/>
                <a:ea typeface="Arial"/>
                <a:cs typeface="Arial"/>
              </a:rPr>
              <a:t>Factibilidad y decisiones pendientes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1FF7D-B0EC-41F3-82BE-74ED9C5D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El piloto debe comprobar la viabilidad antes de comprometer resultados.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27D16-2ADE-44A6-B964-69F4C324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Propuesta tecnológica: Python, PyTorch, Colab, ipywidgets y SQLite.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FFB12-9495-42DA-BC02-C8F8E36D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Pendientes: datos Walmart, referencias de capacidad y metas de aceptación.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756E7-BF8F-44F6-B910-B9F943B4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Se deben definir protección de imágenes y persistencia entre sesiones.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24C9E-2A6E-4D57-9214-B427120A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52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Esta fase presenta una propuesta, sin resultados de entrenamiento acreditados.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55B2D-06A8-4F0F-9A47-46738074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6"/>
                </a:solidFill>
                <a:latin typeface="Arial"/>
                <a:ea typeface="Arial"/>
                <a:cs typeface="Arial"/>
              </a:rPr>
              <a:t>Fase 1 · Propuesta inicial                                           8 / 8</a:t>
            </a:r>
          </a:p>
        </p:txBody>
      </p:sp>
    </p:spTree>
    <p:extLst>
      <p:ext uri="{BB962C8B-B14F-4D97-AF65-F5344CB8AC3E}">
        <p14:creationId xmlns:p14="http://schemas.microsoft.com/office/powerpoint/2010/main" val="12711265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2026-10-26T01:28:06.4100000Z</dcterms:created>
  <dcterms:modified xsi:type="dcterms:W3CDTF">2026-10-26T01:28:06.4100000Z</dcterms:modified>
</coreProperties>
</file>